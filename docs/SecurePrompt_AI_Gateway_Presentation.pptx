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SecurePrompt 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818CF8"/>
                </a:solidFill>
                <a:latin typeface="Calibri"/>
              </a:defRPr>
            </a:pPr>
            <a:r>
              <a:t>Enterprise Zero-Trust AI DLP Firewall &amp; Role-Based Access Control (RBAC) Gateway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36576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Designed and Developed by: Prathyusha (IAM &amp; AI Security Specialist)</a:t>
            </a:r>
            <a:br/>
            <a:r>
              <a:t>Showcasing skills in: Identity &amp; Access Management, Data Loss Prevention, &amp; GenAI Gateways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SECUREPROMPT 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Enterprise AI Security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•  Uncontrolled LLM Adoption: Employees and developers paste proprietary code, cloud credentials, and corporate reports into ChatGPT/Claude.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•  Corporate Data Leakage (DLP): Third-party AI providers retain prompts for training, creating compliance violations (GDPR, DPDP, HIPAA, PCI-DSS).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•  Credential Exposure: API keys, cloud connections, and GitHub/Slack tokens pasted into prompts expose internal infrastructure.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•  Lack of Access Control (IAM): Traditional firewalls cannot read or govern prompt payload contexts, leaving security teams blind.</a:t>
            </a:r>
          </a:p>
          <a:p>
            <a:pPr>
              <a:spcAft>
                <a:spcPts val="10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•  The Solution: SecurePrompt AI Gateway sits between the user and the LLM, analyzing every request in real time BEFORE it leaves the company boundary.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SECUREPROMPT 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&amp; End-to-End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Frontend Client: Single-page React application compiled via Babel, styled with Tailwind CSS, utilizing Chart.js for visualization.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FastAPI Firewall Gateway: High-performance, asynchronous REST backend responsible for inspection, policy evaluation, and routing.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Multi-Stage Scanner Pipeline: Prompts and attachments undergo sequential checks (PII, secrets, jailbreaks, prompt injection).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Remediation &amp; Hashing: High-risk entries are blocked; remediable items are masked/redacted automatically using Scrypt entropy-safe hashes.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Observability DB: Audit logs and policy violations logged to a central PostgreSQL (Supabase) database with transactional connection pooling.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System Topology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23092928000"/>
            <a:ext cx="5029200" cy="54864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User Prompt / File Upload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75607552000"/>
            <a:ext cx="5029200" cy="54864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FastAPI /analyze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428121261600"/>
            <a:ext cx="5029200" cy="54864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DLP Pipeline (PII/Secrets/Jailbreak Scans)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180636800000"/>
            <a:ext cx="5029200" cy="54864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Policy &amp; Risk Engine (policies.yaml)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933151424000"/>
            <a:ext cx="5029200" cy="54864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Dynamic Outbound LLM Router (Groq/OpenAI)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SECUREPROMPT 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Zero-Trust Scanner Pipeline &amp; Pattern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AWS &amp; Cloud Keys: Matches AWS_ACCESS_KEY (using AKIA prefix checking) and AWS_SECRET_KEY pattern syntax.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GitHub &amp; Slack Tokens: Scans for oauth, personal access tokens (ghp_, ghx_), and Slack bots/app tokens.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PII &amp; PHI Detections: Captures regional identifiers (PAN Card, Aadhaar Card, SSN) and medical reports (PHI).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OpenAI API Keys (Modern sk-proj-): Enhanced regex pattern 'sk-[A-Za-z0-9_\-]{20,}' successfully detects modern OpenAI keys containing dashes.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Adversarial Protection: Detects prompt injection phrases and adversarial jailbreaks designed to bypass safety filters.</a:t>
            </a:r>
          </a:p>
        </p:txBody>
      </p:sp>
      <p:pic>
        <p:nvPicPr>
          <p:cNvPr id="5" name="Picture 4" descr="media__1784444045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SECUREPROMPT 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Enterprise-Grade DLP Policy Configurations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Declarative Control (policies.yaml): Policies are configured in YAML and reloaded on the fly without code changes or restarts.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BLOCK_PROPRIETARY_CODE: Detects programming syntax/keywords or file extensions (.py, .js, .java) and restricts code upload.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BLOCK_CLOUD_SECRETS: Catches cloud provider keys, API tokens, and database connection strings.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BLOCK_HR_PAYROLL: Restricts salary spreadsheets, compensation letters, and payroll databases.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BLOCK_INFRA_ARCHITECTURE: Blocks upload of system architectures, network topology documents, or database design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SECUREPROMPT 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IAM: Secure Registration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Enterprise Portal: Sleek Sign In / Create Account workflow secures the gateway from unauthorized public access.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Native Hashing (scrypt): Passwords are fully hashed with a randomized salt using the built-in hashlib.scrypt (memory-hard, recommended by OWASP).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Zero-Dependency Security: Solves compatibility issues and security vulnerabilities of legacy packages by using Python native libraries.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Enterprise Role Selection: Users register with distinct roles - 'User (Developer)' or 'Security Admin' - which dictate dashboard privileges.</a:t>
            </a:r>
          </a:p>
        </p:txBody>
      </p:sp>
      <p:pic>
        <p:nvPicPr>
          <p:cNvPr id="5" name="Picture 4" descr="media__1784446682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SECUREPROMPT 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IAM: Role-Based Observability &amp;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Greeting &amp; Role Badge: Greeting ('Hello prathyusha') and active role displayed in the top right ('developer' or 'security_admin').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Developer Role (Least Privilege): Data is strictly partitioned. Developers can only view their own dashboard, audit logs, and reports.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Security Admin (Auditor): Bypasses filters to see the aggregated logs of all developers, maintaining full oversight.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Safe Gateway Remediation: If a prompt violates policy, developers can click 'Mask Sensitive Data (Auto Fix)' to send a safe, redacted version.</a:t>
            </a:r>
          </a:p>
        </p:txBody>
      </p:sp>
      <p:pic>
        <p:nvPicPr>
          <p:cNvPr id="5" name="Picture 4" descr="media__1784444786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SECUREPROMPT 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Real-Time EDA Analysis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Date-Filtered Analysis: Dynamic date pickers calculate analytics reports for specific compliance windows.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Line Chart: Illustrates daily request volume and average risk trends.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Doughnut Chart: Shows the decision distribution (Allowed, Warned, Blocked).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Bar Chart: Renders entity detections overview (Aadhaar, PAN, SSN, Secrets, Code).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Automated Anomalies &amp; Insights: Highlights outliers (e.g. 'Allowed prompts are on average 46% longer than blocked ones').</a:t>
            </a:r>
          </a:p>
          <a:p>
            <a:pPr>
              <a:spcAft>
                <a:spcPts val="10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Supabase Connection Pooling: Transaction pooling handles high concurrent DB queries during analytics compilation.</a:t>
            </a:r>
          </a:p>
        </p:txBody>
      </p:sp>
      <p:pic>
        <p:nvPicPr>
          <p:cNvPr id="5" name="Picture 4" descr="media__17844427793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818CF8"/>
                </a:solidFill>
                <a:latin typeface="Calibri"/>
              </a:defRPr>
            </a:pPr>
            <a:r>
              <a:t>SECUREPROMPT AI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Summary &amp; Career Roadmap: Security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Full-Stack Foundation: Built a high-performance, containerized, and deployed firewall bridging Web App engineering and AI governance.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Core Skill Demonstration: Showcases strong proficiency in IAM (RBAC, Scrypt Hashing, Token Contexts) and DLP (Regex, Heuristics, Policy Engine).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Future AI Security Use Cases to Propose to Manager: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   1. LLM Evaluation &amp; Guardrails: Add alignment scanners (hallucination checks, toxic output filtering, prompt alignment).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   2. Vector DB Sanitization: Implement safe embeddings (strip PII before converting prompts to vectors for retrieval-augmented generation).</a:t>
            </a:r>
          </a:p>
          <a:p>
            <a:pPr>
              <a:spcAft>
                <a:spcPts val="10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   3. API Key Vault Integration: Store target LLM API keys in HashiCorp Vault or AWS Secrets Manager, injected dynamically by the gateway.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